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4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55">
            <a:extLst>
              <a:ext uri="{FF2B5EF4-FFF2-40B4-BE49-F238E27FC236}">
                <a16:creationId xmlns:a16="http://schemas.microsoft.com/office/drawing/2014/main" id="{9EF31212-B90E-42A0-81F3-CE39E3ADFE7D}"/>
              </a:ext>
            </a:extLst>
          </p:cNvPr>
          <p:cNvGrpSpPr/>
          <p:nvPr/>
        </p:nvGrpSpPr>
        <p:grpSpPr>
          <a:xfrm>
            <a:off x="543377" y="542192"/>
            <a:ext cx="17201246" cy="9202616"/>
            <a:chOff x="2133957" y="1938631"/>
            <a:chExt cx="13309027" cy="5909936"/>
          </a:xfrm>
        </p:grpSpPr>
        <p:sp>
          <p:nvSpPr>
            <p:cNvPr id="8" name="Shape 6"/>
            <p:cNvSpPr/>
            <p:nvPr/>
          </p:nvSpPr>
          <p:spPr>
            <a:xfrm>
              <a:off x="7362562" y="1938631"/>
              <a:ext cx="3204593" cy="5909936"/>
            </a:xfrm>
            <a:prstGeom prst="roundRect">
              <a:avLst>
                <a:gd name="adj" fmla="val 428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286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ko-KR" altLang="en-US" sz="2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18929" y="2237753"/>
              <a:ext cx="2691858" cy="3081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WebOS-Gym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7664709" y="2727227"/>
              <a:ext cx="2600298" cy="688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866140" y="2926642"/>
              <a:ext cx="2197435" cy="3353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FastAPI 게이트웨이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8959137" y="3552079"/>
              <a:ext cx="11445" cy="113304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7664709" y="3801348"/>
              <a:ext cx="2600298" cy="68888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866140" y="4000763"/>
              <a:ext cx="2197435" cy="3353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오케스트레이터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8959137" y="4626200"/>
              <a:ext cx="11445" cy="113304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7664709" y="4875470"/>
              <a:ext cx="2600298" cy="63450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7866140" y="5074885"/>
              <a:ext cx="2197435" cy="2809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TaskStore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8959137" y="5645936"/>
              <a:ext cx="11445" cy="113304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19" name="Shape 17"/>
            <p:cNvSpPr/>
            <p:nvPr/>
          </p:nvSpPr>
          <p:spPr>
            <a:xfrm>
              <a:off x="7664709" y="5895206"/>
              <a:ext cx="2600298" cy="63450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866140" y="6094620"/>
              <a:ext cx="2197435" cy="2809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Rule Evaluator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8959137" y="6665673"/>
              <a:ext cx="11445" cy="113304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7664709" y="6914941"/>
              <a:ext cx="2600298" cy="63450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7866140" y="7114356"/>
              <a:ext cx="2197435" cy="2809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MasterClient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13153989" y="3515821"/>
              <a:ext cx="2288995" cy="2755552"/>
            </a:xfrm>
            <a:prstGeom prst="roundRect">
              <a:avLst>
                <a:gd name="adj" fmla="val 6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2860">
              <a:solidFill>
                <a:srgbClr val="00000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3410355" y="3814944"/>
              <a:ext cx="1776260" cy="25380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Omnibox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13456136" y="4250031"/>
              <a:ext cx="1684700" cy="607309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13657568" y="4449447"/>
              <a:ext cx="1281837" cy="25380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browser 1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13410355" y="4993305"/>
              <a:ext cx="1776260" cy="28099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666666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...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3456136" y="5364942"/>
              <a:ext cx="1684700" cy="607309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0000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13657568" y="5564357"/>
              <a:ext cx="1281837" cy="25380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browser N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5704116" y="2674794"/>
              <a:ext cx="768740" cy="696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①</a:t>
              </a:r>
              <a:endParaRPr lang="en-US" sz="36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859377" y="3247715"/>
              <a:ext cx="503579" cy="4532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→</a:t>
              </a:r>
              <a:endParaRPr lang="en-US" sz="4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845212" y="3689599"/>
              <a:ext cx="2445847" cy="99325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요청 (start/action/reward)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5658337" y="4935442"/>
              <a:ext cx="768740" cy="696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④</a:t>
              </a:r>
              <a:endParaRPr lang="en-US" sz="36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5607587" y="5508362"/>
              <a:ext cx="915598" cy="4532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←⋯</a:t>
              </a:r>
              <a:endParaRPr lang="en-US" sz="4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5472335" y="5997669"/>
              <a:ext cx="1140745" cy="26447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ko-KR" altLang="en-US" sz="2400" dirty="0"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관찰</a:t>
              </a:r>
              <a:r>
                <a:rPr lang="en-US" altLang="ko-KR" sz="2400" dirty="0"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/</a:t>
              </a:r>
              <a:r>
                <a:rPr lang="ko-KR" altLang="en-US" sz="2400" dirty="0"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점수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11656605" y="2684024"/>
              <a:ext cx="768740" cy="696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②</a:t>
              </a:r>
              <a:endParaRPr lang="en-US" sz="36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1811866" y="3256945"/>
              <a:ext cx="503579" cy="4532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→</a:t>
              </a:r>
              <a:endParaRPr lang="en-US" sz="4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11339066" y="3797300"/>
              <a:ext cx="1449179" cy="26739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브라우저 요청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1656612" y="4926211"/>
              <a:ext cx="768740" cy="696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③</a:t>
              </a:r>
              <a:endParaRPr lang="en-US" sz="36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11605863" y="5499132"/>
              <a:ext cx="915598" cy="4532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4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←⋯</a:t>
              </a:r>
              <a:endParaRPr lang="en-US" sz="4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11306082" y="5997669"/>
              <a:ext cx="1612106" cy="668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결과 / 관찰 반환</a:t>
              </a:r>
              <a:endParaRPr lang="en-US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4447D08C-F4D7-4ECB-9CAE-1DAD5F610677}"/>
                </a:ext>
              </a:extLst>
            </p:cNvPr>
            <p:cNvSpPr/>
            <p:nvPr/>
          </p:nvSpPr>
          <p:spPr>
            <a:xfrm>
              <a:off x="2133957" y="3886639"/>
              <a:ext cx="2445847" cy="200708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286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160000"/>
                </a:lnSpc>
                <a:buNone/>
              </a:pPr>
              <a:r>
                <a:rPr lang="en-US" altLang="ko-KR" sz="2800" b="1" dirty="0" err="1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에이전트</a:t>
              </a:r>
              <a:r>
                <a:rPr lang="en-US" altLang="ko-KR" sz="28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 </a:t>
              </a:r>
            </a:p>
            <a:p>
              <a:pPr marL="0" indent="0" algn="ctr">
                <a:lnSpc>
                  <a:spcPct val="160000"/>
                </a:lnSpc>
                <a:buNone/>
              </a:pPr>
              <a:r>
                <a:rPr lang="en-US" altLang="ko-KR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(</a:t>
              </a:r>
              <a:r>
                <a:rPr lang="en-US" altLang="ko-KR" sz="2400" dirty="0" err="1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멀티모달</a:t>
              </a:r>
              <a:r>
                <a:rPr lang="en-US" altLang="ko-KR" sz="2400" dirty="0">
                  <a:solidFill>
                    <a:srgbClr val="000000"/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  <a:cs typeface="Arial" pitchFamily="34" charset="-120"/>
                </a:rPr>
                <a:t> LLM)</a:t>
              </a:r>
              <a:endParaRPr lang="en-US" altLang="ko-KR" sz="24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45</Words>
  <Application>Microsoft Office PowerPoint</Application>
  <PresentationFormat>사용자 지정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 Sans KR DemiLight</vt:lpstr>
      <vt:lpstr>맑은 고딕</vt:lpstr>
      <vt:lpstr>Arial</vt:lpstr>
      <vt:lpstr>Calibri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승혁 노</cp:lastModifiedBy>
  <cp:revision>9</cp:revision>
  <dcterms:created xsi:type="dcterms:W3CDTF">2026-04-30T11:58:42Z</dcterms:created>
  <dcterms:modified xsi:type="dcterms:W3CDTF">2026-04-30T14:50:00Z</dcterms:modified>
</cp:coreProperties>
</file>